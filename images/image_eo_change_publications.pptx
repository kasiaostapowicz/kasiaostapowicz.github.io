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" cy="914400"/>
  <p:notesSz cx="6858000" cy="9144000"/>
  <p:defaultTextStyle>
    <a:defPPr>
      <a:defRPr lang="pl-PL"/>
    </a:defPPr>
    <a:lvl1pPr marL="0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1pPr>
    <a:lvl2pPr marL="65837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2pPr>
    <a:lvl3pPr marL="131674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3pPr>
    <a:lvl4pPr marL="197510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4pPr>
    <a:lvl5pPr marL="263347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5pPr>
    <a:lvl6pPr marL="329184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6pPr>
    <a:lvl7pPr marL="395021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7pPr>
    <a:lvl8pPr marL="460858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8pPr>
    <a:lvl9pPr marL="526694" algn="l" defTabSz="131674" rtl="0" eaLnBrk="1" latinLnBrk="0" hangingPunct="1">
      <a:defRPr sz="25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50" autoAdjust="0"/>
    <p:restoredTop sz="94660"/>
  </p:normalViewPr>
  <p:slideViewPr>
    <p:cSldViewPr snapToGrid="0">
      <p:cViewPr>
        <p:scale>
          <a:sx n="262" d="100"/>
          <a:sy n="262" d="100"/>
        </p:scale>
        <p:origin x="3822" y="2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49648"/>
            <a:ext cx="137160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80272"/>
            <a:ext cx="137160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pl-PL" smtClean="0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025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236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8" y="227965"/>
            <a:ext cx="1577340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8" y="611928"/>
            <a:ext cx="1577340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952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" y="243417"/>
            <a:ext cx="777240" cy="58017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43417"/>
            <a:ext cx="777240" cy="58017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652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48683"/>
            <a:ext cx="1577340" cy="176742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" y="224155"/>
            <a:ext cx="773668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" y="334010"/>
            <a:ext cx="773668" cy="49127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" y="224155"/>
            <a:ext cx="777478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" y="334010"/>
            <a:ext cx="777478" cy="49127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194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462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965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60960"/>
            <a:ext cx="58983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" y="131657"/>
            <a:ext cx="925830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274320"/>
            <a:ext cx="58983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180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" y="60960"/>
            <a:ext cx="58983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" y="131657"/>
            <a:ext cx="925830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" y="274320"/>
            <a:ext cx="58983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2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8365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" y="48683"/>
            <a:ext cx="394335" cy="774912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" y="48683"/>
            <a:ext cx="1160145" cy="774912"/>
          </a:xfrm>
        </p:spPr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4556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" y="48683"/>
            <a:ext cx="157734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" y="243417"/>
            <a:ext cx="157734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" y="847514"/>
            <a:ext cx="41148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7B30A-2FD8-4EB2-995F-DF8A223797C1}" type="datetimeFigureOut">
              <a:rPr lang="pl-PL" smtClean="0"/>
              <a:t>27.11.2021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" y="847514"/>
            <a:ext cx="61722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" y="847514"/>
            <a:ext cx="41148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361D5-44C8-4F39-801E-FD9F74540BB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758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5" y="10600"/>
            <a:ext cx="812841" cy="894212"/>
          </a:xfrm>
          <a:prstGeom prst="rect">
            <a:avLst/>
          </a:prstGeom>
        </p:spPr>
      </p:pic>
      <p:pic>
        <p:nvPicPr>
          <p:cNvPr id="10" name="Obraz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60" y="10600"/>
            <a:ext cx="819682" cy="87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8285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Niestandardowy</PresentationFormat>
  <Paragraphs>0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Motyw pakietu Office</vt:lpstr>
      <vt:lpstr>Prezentacja programu PowerPoint</vt:lpstr>
    </vt:vector>
  </TitlesOfParts>
  <Company>GISLab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oem</dc:creator>
  <cp:lastModifiedBy>oem</cp:lastModifiedBy>
  <cp:revision>1</cp:revision>
  <dcterms:created xsi:type="dcterms:W3CDTF">2021-11-27T16:15:17Z</dcterms:created>
  <dcterms:modified xsi:type="dcterms:W3CDTF">2021-11-27T16:20:08Z</dcterms:modified>
</cp:coreProperties>
</file>
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1828800" cy="914400"/>
  <p:notesSz cx="6858000" cy="9144000"/>
  <p:defaultTextStyle>
    <a:defPPr>
      <a:defRPr lang="pl-PL"/>
    </a:defPPr>
    <a:lvl1pPr marL="0" algn="l" defTabSz="131674" rtl="0" eaLnBrk="1" latinLnBrk="0" hangingPunct="1">
      <a:defRPr sz="259" kern="1200">
        <a:solidFill>
          <a:schemeClr val="tx1"/>
        </a:solidFill>
        <a:latin typeface="+mn-lt"/>
        <a:ea typeface="+mn-ea"/>
        <a:cs typeface="+mn-cs"/>
      </a:defRPr>
    </a:lvl1pPr>
    <a:lvl2pPr marL="65837" algn="l" defTabSz="131674" rtl="0" eaLnBrk="1" latinLnBrk="0" hangingPunct="1">
      <a:defRPr sz="259" kern="1200">
        <a:solidFill>
          <a:schemeClr val="tx1"/>
        </a:solidFill>
        <a:latin typeface="+mn-lt"/>
        <a:ea typeface="+mn-ea"/>
        <a:cs typeface="+mn-cs"/>
      </a:defRPr>
    </a:lvl2pPr>
    <a:lvl3pPr marL="131674" algn="l" defTabSz="131674" rtl="0" eaLnBrk="1" latinLnBrk="0" hangingPunct="1">
      <a:defRPr sz="259" kern="1200">
        <a:solidFill>
          <a:schemeClr val="tx1"/>
        </a:solidFill>
        <a:latin typeface="+mn-lt"/>
        <a:ea typeface="+mn-ea"/>
        <a:cs typeface="+mn-cs"/>
      </a:defRPr>
    </a:lvl3pPr>
    <a:lvl4pPr marL="197510" algn="l" defTabSz="131674" rtl="0" eaLnBrk="1" latinLnBrk="0" hangingPunct="1">
      <a:defRPr sz="259" kern="1200">
        <a:solidFill>
          <a:schemeClr val="tx1"/>
        </a:solidFill>
        <a:latin typeface="+mn-lt"/>
        <a:ea typeface="+mn-ea"/>
        <a:cs typeface="+mn-cs"/>
      </a:defRPr>
    </a:lvl4pPr>
    <a:lvl5pPr marL="263347" algn="l" defTabSz="131674" rtl="0" eaLnBrk="1" latinLnBrk="0" hangingPunct="1">
      <a:defRPr sz="259" kern="1200">
        <a:solidFill>
          <a:schemeClr val="tx1"/>
        </a:solidFill>
        <a:latin typeface="+mn-lt"/>
        <a:ea typeface="+mn-ea"/>
        <a:cs typeface="+mn-cs"/>
      </a:defRPr>
    </a:lvl5pPr>
    <a:lvl6pPr marL="329184" algn="l" defTabSz="131674" rtl="0" eaLnBrk="1" latinLnBrk="0" hangingPunct="1">
      <a:defRPr sz="259" kern="1200">
        <a:solidFill>
          <a:schemeClr val="tx1"/>
        </a:solidFill>
        <a:latin typeface="+mn-lt"/>
        <a:ea typeface="+mn-ea"/>
        <a:cs typeface="+mn-cs"/>
      </a:defRPr>
    </a:lvl6pPr>
    <a:lvl7pPr marL="395021" algn="l" defTabSz="131674" rtl="0" eaLnBrk="1" latinLnBrk="0" hangingPunct="1">
      <a:defRPr sz="259" kern="1200">
        <a:solidFill>
          <a:schemeClr val="tx1"/>
        </a:solidFill>
        <a:latin typeface="+mn-lt"/>
        <a:ea typeface="+mn-ea"/>
        <a:cs typeface="+mn-cs"/>
      </a:defRPr>
    </a:lvl7pPr>
    <a:lvl8pPr marL="460858" algn="l" defTabSz="131674" rtl="0" eaLnBrk="1" latinLnBrk="0" hangingPunct="1">
      <a:defRPr sz="259" kern="1200">
        <a:solidFill>
          <a:schemeClr val="tx1"/>
        </a:solidFill>
        <a:latin typeface="+mn-lt"/>
        <a:ea typeface="+mn-ea"/>
        <a:cs typeface="+mn-cs"/>
      </a:defRPr>
    </a:lvl8pPr>
    <a:lvl9pPr marL="526694" algn="l" defTabSz="131674" rtl="0" eaLnBrk="1" latinLnBrk="0" hangingPunct="1">
      <a:defRPr sz="259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450" autoAdjust="0"/>
    <p:restoredTop sz="94660"/>
  </p:normalViewPr>
  <p:slideViewPr>
    <p:cSldViewPr snapToGrid="0">
      <p:cViewPr varScale="1">
        <p:scale>
          <a:sx n="400" d="100"/>
          <a:sy n="400" d="100"/>
        </p:scale>
        <p:origin x="3024" y="179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8600" y="149648"/>
            <a:ext cx="1371600" cy="318347"/>
          </a:xfrm>
        </p:spPr>
        <p:txBody>
          <a:bodyPr anchor="b"/>
          <a:lstStyle>
            <a:lvl1pPr algn="ctr">
              <a:defRPr sz="800"/>
            </a:lvl1pPr>
          </a:lstStyle>
          <a:p>
            <a:r>
              <a:rPr lang="pl-PL" smtClean="0"/>
              <a:t>Kliknij, aby edytować styl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8600" y="480272"/>
            <a:ext cx="1371600" cy="220768"/>
          </a:xfrm>
        </p:spPr>
        <p:txBody>
          <a:bodyPr/>
          <a:lstStyle>
            <a:lvl1pPr marL="0" indent="0" algn="ctr">
              <a:buNone/>
              <a:defRPr sz="320"/>
            </a:lvl1pPr>
            <a:lvl2pPr marL="60945" indent="0" algn="ctr">
              <a:buNone/>
              <a:defRPr sz="267"/>
            </a:lvl2pPr>
            <a:lvl3pPr marL="121890" indent="0" algn="ctr">
              <a:buNone/>
              <a:defRPr sz="240"/>
            </a:lvl3pPr>
            <a:lvl4pPr marL="182834" indent="0" algn="ctr">
              <a:buNone/>
              <a:defRPr sz="213"/>
            </a:lvl4pPr>
            <a:lvl5pPr marL="243779" indent="0" algn="ctr">
              <a:buNone/>
              <a:defRPr sz="213"/>
            </a:lvl5pPr>
            <a:lvl6pPr marL="304724" indent="0" algn="ctr">
              <a:buNone/>
              <a:defRPr sz="213"/>
            </a:lvl6pPr>
            <a:lvl7pPr marL="365669" indent="0" algn="ctr">
              <a:buNone/>
              <a:defRPr sz="213"/>
            </a:lvl7pPr>
            <a:lvl8pPr marL="426613" indent="0" algn="ctr">
              <a:buNone/>
              <a:defRPr sz="213"/>
            </a:lvl8pPr>
            <a:lvl9pPr marL="487558" indent="0" algn="ctr">
              <a:buNone/>
              <a:defRPr sz="213"/>
            </a:lvl9pPr>
          </a:lstStyle>
          <a:p>
            <a:r>
              <a:rPr lang="pl-PL" smtClean="0"/>
              <a:t>Kliknij, aby edytować styl wzorca podtytułu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7B30A-2FD8-4EB2-995F-DF8A223797C1}" type="datetimeFigureOut">
              <a:rPr lang="pl-PL" smtClean="0"/>
              <a:t>27.11.2021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0361D5-44C8-4F39-801E-FD9F74540BB0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520258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smtClean="0"/>
              <a:t>Kliknij, aby edytować styl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l-PL" smtClean="0"/>
              <a:t>Edytuj style wzorca tekstu</a:t>
            </a:r>
          </a:p>
          <a:p>
            <a:pPr lvl="1"/>
            <a:r>
              <a:rPr lang="pl-PL" smtClean="0"/>
              <a:t>Drugi poziom</a:t>
            </a:r>
          </a:p>
          <a:p>
            <a:pPr lvl="2"/>
            <a:r>
              <a:rPr lang="pl-PL" smtClean="0"/>
              <a:t>Trzeci poziom</a:t>
            </a:r>
          </a:p>
          <a:p>
            <a:pPr lvl="3"/>
            <a:r>
              <a:rPr lang="pl-PL" smtClean="0"/>
              <a:t>Czwarty poziom</a:t>
            </a:r>
          </a:p>
          <a:p>
            <a:pPr lvl="4"/>
            <a:r>
              <a:rPr lang="pl-PL" smtClean="0"/>
              <a:t>Piąty poziom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7B30A-2FD8-4EB2-995F-DF8A223797C1}" type="datetimeFigureOut">
              <a:rPr lang="pl-PL" smtClean="0"/>
              <a:t>27.11.2021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0361D5-44C8-4F39-801E-FD9F74540BB0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0323637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4778" y="227965"/>
            <a:ext cx="1577340" cy="380365"/>
          </a:xfrm>
        </p:spPr>
        <p:txBody>
          <a:bodyPr anchor="b"/>
          <a:lstStyle>
            <a:lvl1pPr>
              <a:defRPr sz="800"/>
            </a:lvl1pPr>
          </a:lstStyle>
          <a:p>
            <a:r>
              <a:rPr lang="pl-PL" smtClean="0"/>
              <a:t>Kliknij, aby edytować styl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4778" y="611928"/>
            <a:ext cx="1577340" cy="200025"/>
          </a:xfrm>
        </p:spPr>
        <p:txBody>
          <a:bodyPr/>
          <a:lstStyle>
            <a:lvl1pPr marL="0" indent="0">
              <a:buNone/>
              <a:defRPr sz="320">
                <a:solidFill>
                  <a:schemeClr val="tx1">
                    <a:tint val="75000"/>
                  </a:schemeClr>
                </a:solidFill>
              </a:defRPr>
            </a:lvl1pPr>
            <a:lvl2pPr marL="60945" indent="0">
              <a:buNone/>
              <a:defRPr sz="267">
                <a:solidFill>
                  <a:schemeClr val="tx1">
                    <a:tint val="75000"/>
                  </a:schemeClr>
                </a:solidFill>
              </a:defRPr>
            </a:lvl2pPr>
            <a:lvl3pPr marL="121890" indent="0">
              <a:buNone/>
              <a:defRPr sz="240">
                <a:solidFill>
                  <a:schemeClr val="tx1">
                    <a:tint val="75000"/>
                  </a:schemeClr>
                </a:solidFill>
              </a:defRPr>
            </a:lvl3pPr>
            <a:lvl4pPr marL="182834" indent="0">
              <a:buNone/>
              <a:defRPr sz="213">
                <a:solidFill>
                  <a:schemeClr val="tx1">
                    <a:tint val="75000"/>
                  </a:schemeClr>
                </a:solidFill>
              </a:defRPr>
            </a:lvl4pPr>
            <a:lvl5pPr marL="243779" indent="0">
              <a:buNone/>
              <a:defRPr sz="213">
                <a:solidFill>
                  <a:schemeClr val="tx1">
                    <a:tint val="75000"/>
                  </a:schemeClr>
                </a:solidFill>
              </a:defRPr>
            </a:lvl5pPr>
            <a:lvl6pPr marL="304724" indent="0">
              <a:buNone/>
              <a:defRPr sz="213">
                <a:solidFill>
                  <a:schemeClr val="tx1">
                    <a:tint val="75000"/>
                  </a:schemeClr>
                </a:solidFill>
              </a:defRPr>
            </a:lvl6pPr>
            <a:lvl7pPr marL="365669" indent="0">
              <a:buNone/>
              <a:defRPr sz="213">
                <a:solidFill>
                  <a:schemeClr val="tx1">
                    <a:tint val="75000"/>
                  </a:schemeClr>
                </a:solidFill>
              </a:defRPr>
            </a:lvl7pPr>
            <a:lvl8pPr marL="426613" indent="0">
              <a:buNone/>
              <a:defRPr sz="213">
                <a:solidFill>
                  <a:schemeClr val="tx1">
                    <a:tint val="75000"/>
                  </a:schemeClr>
                </a:solidFill>
              </a:defRPr>
            </a:lvl8pPr>
            <a:lvl9pPr marL="487558" indent="0">
              <a:buNone/>
              <a:defRPr sz="21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l-PL" smtClean="0"/>
              <a:t>Edytuj style wzorca tekstu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7B30A-2FD8-4EB2-995F-DF8A223797C1}" type="datetimeFigureOut">
              <a:rPr lang="pl-PL" smtClean="0"/>
              <a:t>27.11.2021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0361D5-44C8-4F39-801E-FD9F74540BB0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9095264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smtClean="0"/>
              <a:t>Kliknij, aby edytować styl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5730" y="243417"/>
            <a:ext cx="777240" cy="580178"/>
          </a:xfrm>
        </p:spPr>
        <p:txBody>
          <a:bodyPr/>
          <a:lstStyle/>
          <a:p>
            <a:pPr lvl="0"/>
            <a:r>
              <a:rPr lang="pl-PL" smtClean="0"/>
              <a:t>Edytuj style wzorca tekstu</a:t>
            </a:r>
          </a:p>
          <a:p>
            <a:pPr lvl="1"/>
            <a:r>
              <a:rPr lang="pl-PL" smtClean="0"/>
              <a:t>Drugi poziom</a:t>
            </a:r>
          </a:p>
          <a:p>
            <a:pPr lvl="2"/>
            <a:r>
              <a:rPr lang="pl-PL" smtClean="0"/>
              <a:t>Trzeci poziom</a:t>
            </a:r>
          </a:p>
          <a:p>
            <a:pPr lvl="3"/>
            <a:r>
              <a:rPr lang="pl-PL" smtClean="0"/>
              <a:t>Czwarty poziom</a:t>
            </a:r>
          </a:p>
          <a:p>
            <a:pPr lvl="4"/>
            <a:r>
              <a:rPr lang="pl-PL" smtClean="0"/>
              <a:t>Piąty poziom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25830" y="243417"/>
            <a:ext cx="777240" cy="580178"/>
          </a:xfrm>
        </p:spPr>
        <p:txBody>
          <a:bodyPr/>
          <a:lstStyle/>
          <a:p>
            <a:pPr lvl="0"/>
            <a:r>
              <a:rPr lang="pl-PL" smtClean="0"/>
              <a:t>Edytuj style wzorca tekstu</a:t>
            </a:r>
          </a:p>
          <a:p>
            <a:pPr lvl="1"/>
            <a:r>
              <a:rPr lang="pl-PL" smtClean="0"/>
              <a:t>Drugi poziom</a:t>
            </a:r>
          </a:p>
          <a:p>
            <a:pPr lvl="2"/>
            <a:r>
              <a:rPr lang="pl-PL" smtClean="0"/>
              <a:t>Trzeci poziom</a:t>
            </a:r>
          </a:p>
          <a:p>
            <a:pPr lvl="3"/>
            <a:r>
              <a:rPr lang="pl-PL" smtClean="0"/>
              <a:t>Czwarty poziom</a:t>
            </a:r>
          </a:p>
          <a:p>
            <a:pPr lvl="4"/>
            <a:r>
              <a:rPr lang="pl-PL" smtClean="0"/>
              <a:t>Piąty poziom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7B30A-2FD8-4EB2-995F-DF8A223797C1}" type="datetimeFigureOut">
              <a:rPr lang="pl-PL" smtClean="0"/>
              <a:t>27.11.2021</a:t>
            </a:fld>
            <a:endParaRPr lang="pl-P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0361D5-44C8-4F39-801E-FD9F74540BB0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6665213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" y="48683"/>
            <a:ext cx="1577340" cy="176742"/>
          </a:xfrm>
        </p:spPr>
        <p:txBody>
          <a:bodyPr/>
          <a:lstStyle/>
          <a:p>
            <a:r>
              <a:rPr lang="pl-PL" smtClean="0"/>
              <a:t>Kliknij, aby edytować styl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968" y="224155"/>
            <a:ext cx="773668" cy="109855"/>
          </a:xfrm>
        </p:spPr>
        <p:txBody>
          <a:bodyPr anchor="b"/>
          <a:lstStyle>
            <a:lvl1pPr marL="0" indent="0">
              <a:buNone/>
              <a:defRPr sz="320" b="1"/>
            </a:lvl1pPr>
            <a:lvl2pPr marL="60945" indent="0">
              <a:buNone/>
              <a:defRPr sz="267" b="1"/>
            </a:lvl2pPr>
            <a:lvl3pPr marL="121890" indent="0">
              <a:buNone/>
              <a:defRPr sz="240" b="1"/>
            </a:lvl3pPr>
            <a:lvl4pPr marL="182834" indent="0">
              <a:buNone/>
              <a:defRPr sz="213" b="1"/>
            </a:lvl4pPr>
            <a:lvl5pPr marL="243779" indent="0">
              <a:buNone/>
              <a:defRPr sz="213" b="1"/>
            </a:lvl5pPr>
            <a:lvl6pPr marL="304724" indent="0">
              <a:buNone/>
              <a:defRPr sz="213" b="1"/>
            </a:lvl6pPr>
            <a:lvl7pPr marL="365669" indent="0">
              <a:buNone/>
              <a:defRPr sz="213" b="1"/>
            </a:lvl7pPr>
            <a:lvl8pPr marL="426613" indent="0">
              <a:buNone/>
              <a:defRPr sz="213" b="1"/>
            </a:lvl8pPr>
            <a:lvl9pPr marL="487558" indent="0">
              <a:buNone/>
              <a:defRPr sz="213" b="1"/>
            </a:lvl9pPr>
          </a:lstStyle>
          <a:p>
            <a:pPr lvl="0"/>
            <a:r>
              <a:rPr lang="pl-PL" smtClean="0"/>
              <a:t>Edytuj style wzorca tekstu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5968" y="334010"/>
            <a:ext cx="773668" cy="491278"/>
          </a:xfrm>
        </p:spPr>
        <p:txBody>
          <a:bodyPr/>
          <a:lstStyle/>
          <a:p>
            <a:pPr lvl="0"/>
            <a:r>
              <a:rPr lang="pl-PL" smtClean="0"/>
              <a:t>Edytuj style wzorca tekstu</a:t>
            </a:r>
          </a:p>
          <a:p>
            <a:pPr lvl="1"/>
            <a:r>
              <a:rPr lang="pl-PL" smtClean="0"/>
              <a:t>Drugi poziom</a:t>
            </a:r>
          </a:p>
          <a:p>
            <a:pPr lvl="2"/>
            <a:r>
              <a:rPr lang="pl-PL" smtClean="0"/>
              <a:t>Trzeci poziom</a:t>
            </a:r>
          </a:p>
          <a:p>
            <a:pPr lvl="3"/>
            <a:r>
              <a:rPr lang="pl-PL" smtClean="0"/>
              <a:t>Czwarty poziom</a:t>
            </a:r>
          </a:p>
          <a:p>
            <a:pPr lvl="4"/>
            <a:r>
              <a:rPr lang="pl-PL" smtClean="0"/>
              <a:t>Piąty poziom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25830" y="224155"/>
            <a:ext cx="777478" cy="109855"/>
          </a:xfrm>
        </p:spPr>
        <p:txBody>
          <a:bodyPr anchor="b"/>
          <a:lstStyle>
            <a:lvl1pPr marL="0" indent="0">
              <a:buNone/>
              <a:defRPr sz="320" b="1"/>
            </a:lvl1pPr>
            <a:lvl2pPr marL="60945" indent="0">
              <a:buNone/>
              <a:defRPr sz="267" b="1"/>
            </a:lvl2pPr>
            <a:lvl3pPr marL="121890" indent="0">
              <a:buNone/>
              <a:defRPr sz="240" b="1"/>
            </a:lvl3pPr>
            <a:lvl4pPr marL="182834" indent="0">
              <a:buNone/>
              <a:defRPr sz="213" b="1"/>
            </a:lvl4pPr>
            <a:lvl5pPr marL="243779" indent="0">
              <a:buNone/>
              <a:defRPr sz="213" b="1"/>
            </a:lvl5pPr>
            <a:lvl6pPr marL="304724" indent="0">
              <a:buNone/>
              <a:defRPr sz="213" b="1"/>
            </a:lvl6pPr>
            <a:lvl7pPr marL="365669" indent="0">
              <a:buNone/>
              <a:defRPr sz="213" b="1"/>
            </a:lvl7pPr>
            <a:lvl8pPr marL="426613" indent="0">
              <a:buNone/>
              <a:defRPr sz="213" b="1"/>
            </a:lvl8pPr>
            <a:lvl9pPr marL="487558" indent="0">
              <a:buNone/>
              <a:defRPr sz="213" b="1"/>
            </a:lvl9pPr>
          </a:lstStyle>
          <a:p>
            <a:pPr lvl="0"/>
            <a:r>
              <a:rPr lang="pl-PL" smtClean="0"/>
              <a:t>Edytuj style wzorca tekstu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25830" y="334010"/>
            <a:ext cx="777478" cy="491278"/>
          </a:xfrm>
        </p:spPr>
        <p:txBody>
          <a:bodyPr/>
          <a:lstStyle/>
          <a:p>
            <a:pPr lvl="0"/>
            <a:r>
              <a:rPr lang="pl-PL" smtClean="0"/>
              <a:t>Edytuj style wzorca tekstu</a:t>
            </a:r>
          </a:p>
          <a:p>
            <a:pPr lvl="1"/>
            <a:r>
              <a:rPr lang="pl-PL" smtClean="0"/>
              <a:t>Drugi poziom</a:t>
            </a:r>
          </a:p>
          <a:p>
            <a:pPr lvl="2"/>
            <a:r>
              <a:rPr lang="pl-PL" smtClean="0"/>
              <a:t>Trzeci poziom</a:t>
            </a:r>
          </a:p>
          <a:p>
            <a:pPr lvl="3"/>
            <a:r>
              <a:rPr lang="pl-PL" smtClean="0"/>
              <a:t>Czwarty poziom</a:t>
            </a:r>
          </a:p>
          <a:p>
            <a:pPr lvl="4"/>
            <a:r>
              <a:rPr lang="pl-PL" smtClean="0"/>
              <a:t>Piąty poziom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7B30A-2FD8-4EB2-995F-DF8A223797C1}" type="datetimeFigureOut">
              <a:rPr lang="pl-PL" smtClean="0"/>
              <a:t>27.11.2021</a:t>
            </a:fld>
            <a:endParaRPr lang="pl-P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0361D5-44C8-4F39-801E-FD9F74540BB0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5619421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smtClean="0"/>
              <a:t>Kliknij, aby edytować styl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7B30A-2FD8-4EB2-995F-DF8A223797C1}" type="datetimeFigureOut">
              <a:rPr lang="pl-PL" smtClean="0"/>
              <a:t>27.11.2021</a:t>
            </a:fld>
            <a:endParaRPr lang="pl-P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0361D5-44C8-4F39-801E-FD9F74540BB0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6046213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7B30A-2FD8-4EB2-995F-DF8A223797C1}" type="datetimeFigureOut">
              <a:rPr lang="pl-PL" smtClean="0"/>
              <a:t>27.11.2021</a:t>
            </a:fld>
            <a:endParaRPr lang="pl-P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0361D5-44C8-4F39-801E-FD9F74540BB0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6296596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" y="60960"/>
            <a:ext cx="589836" cy="213360"/>
          </a:xfrm>
        </p:spPr>
        <p:txBody>
          <a:bodyPr anchor="b"/>
          <a:lstStyle>
            <a:lvl1pPr>
              <a:defRPr sz="427"/>
            </a:lvl1pPr>
          </a:lstStyle>
          <a:p>
            <a:r>
              <a:rPr lang="pl-PL" smtClean="0"/>
              <a:t>Kliknij, aby edytować styl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77478" y="131657"/>
            <a:ext cx="925830" cy="649817"/>
          </a:xfrm>
        </p:spPr>
        <p:txBody>
          <a:bodyPr/>
          <a:lstStyle>
            <a:lvl1pPr>
              <a:defRPr sz="427"/>
            </a:lvl1pPr>
            <a:lvl2pPr>
              <a:defRPr sz="373"/>
            </a:lvl2pPr>
            <a:lvl3pPr>
              <a:defRPr sz="320"/>
            </a:lvl3pPr>
            <a:lvl4pPr>
              <a:defRPr sz="267"/>
            </a:lvl4pPr>
            <a:lvl5pPr>
              <a:defRPr sz="267"/>
            </a:lvl5pPr>
            <a:lvl6pPr>
              <a:defRPr sz="267"/>
            </a:lvl6pPr>
            <a:lvl7pPr>
              <a:defRPr sz="267"/>
            </a:lvl7pPr>
            <a:lvl8pPr>
              <a:defRPr sz="267"/>
            </a:lvl8pPr>
            <a:lvl9pPr>
              <a:defRPr sz="267"/>
            </a:lvl9pPr>
          </a:lstStyle>
          <a:p>
            <a:pPr lvl="0"/>
            <a:r>
              <a:rPr lang="pl-PL" smtClean="0"/>
              <a:t>Edytuj style wzorca tekstu</a:t>
            </a:r>
          </a:p>
          <a:p>
            <a:pPr lvl="1"/>
            <a:r>
              <a:rPr lang="pl-PL" smtClean="0"/>
              <a:t>Drugi poziom</a:t>
            </a:r>
          </a:p>
          <a:p>
            <a:pPr lvl="2"/>
            <a:r>
              <a:rPr lang="pl-PL" smtClean="0"/>
              <a:t>Trzeci poziom</a:t>
            </a:r>
          </a:p>
          <a:p>
            <a:pPr lvl="3"/>
            <a:r>
              <a:rPr lang="pl-PL" smtClean="0"/>
              <a:t>Czwarty poziom</a:t>
            </a:r>
          </a:p>
          <a:p>
            <a:pPr lvl="4"/>
            <a:r>
              <a:rPr lang="pl-PL" smtClean="0"/>
              <a:t>Piąty poziom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5968" y="274320"/>
            <a:ext cx="589836" cy="508212"/>
          </a:xfrm>
        </p:spPr>
        <p:txBody>
          <a:bodyPr/>
          <a:lstStyle>
            <a:lvl1pPr marL="0" indent="0">
              <a:buNone/>
              <a:defRPr sz="213"/>
            </a:lvl1pPr>
            <a:lvl2pPr marL="60945" indent="0">
              <a:buNone/>
              <a:defRPr sz="187"/>
            </a:lvl2pPr>
            <a:lvl3pPr marL="121890" indent="0">
              <a:buNone/>
              <a:defRPr sz="160"/>
            </a:lvl3pPr>
            <a:lvl4pPr marL="182834" indent="0">
              <a:buNone/>
              <a:defRPr sz="133"/>
            </a:lvl4pPr>
            <a:lvl5pPr marL="243779" indent="0">
              <a:buNone/>
              <a:defRPr sz="133"/>
            </a:lvl5pPr>
            <a:lvl6pPr marL="304724" indent="0">
              <a:buNone/>
              <a:defRPr sz="133"/>
            </a:lvl6pPr>
            <a:lvl7pPr marL="365669" indent="0">
              <a:buNone/>
              <a:defRPr sz="133"/>
            </a:lvl7pPr>
            <a:lvl8pPr marL="426613" indent="0">
              <a:buNone/>
              <a:defRPr sz="133"/>
            </a:lvl8pPr>
            <a:lvl9pPr marL="487558" indent="0">
              <a:buNone/>
              <a:defRPr sz="133"/>
            </a:lvl9pPr>
          </a:lstStyle>
          <a:p>
            <a:pPr lvl="0"/>
            <a:r>
              <a:rPr lang="pl-PL" smtClean="0"/>
              <a:t>Edytuj style wzorca tekstu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7B30A-2FD8-4EB2-995F-DF8A223797C1}" type="datetimeFigureOut">
              <a:rPr lang="pl-PL" smtClean="0"/>
              <a:t>27.11.2021</a:t>
            </a:fld>
            <a:endParaRPr lang="pl-P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0361D5-44C8-4F39-801E-FD9F74540BB0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0218023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" y="60960"/>
            <a:ext cx="589836" cy="213360"/>
          </a:xfrm>
        </p:spPr>
        <p:txBody>
          <a:bodyPr anchor="b"/>
          <a:lstStyle>
            <a:lvl1pPr>
              <a:defRPr sz="427"/>
            </a:lvl1pPr>
          </a:lstStyle>
          <a:p>
            <a:r>
              <a:rPr lang="pl-PL" smtClean="0"/>
              <a:t>Kliknij, aby edytować styl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77478" y="131657"/>
            <a:ext cx="925830" cy="649817"/>
          </a:xfrm>
        </p:spPr>
        <p:txBody>
          <a:bodyPr anchor="t"/>
          <a:lstStyle>
            <a:lvl1pPr marL="0" indent="0">
              <a:buNone/>
              <a:defRPr sz="427"/>
            </a:lvl1pPr>
            <a:lvl2pPr marL="60945" indent="0">
              <a:buNone/>
              <a:defRPr sz="373"/>
            </a:lvl2pPr>
            <a:lvl3pPr marL="121890" indent="0">
              <a:buNone/>
              <a:defRPr sz="320"/>
            </a:lvl3pPr>
            <a:lvl4pPr marL="182834" indent="0">
              <a:buNone/>
              <a:defRPr sz="267"/>
            </a:lvl4pPr>
            <a:lvl5pPr marL="243779" indent="0">
              <a:buNone/>
              <a:defRPr sz="267"/>
            </a:lvl5pPr>
            <a:lvl6pPr marL="304724" indent="0">
              <a:buNone/>
              <a:defRPr sz="267"/>
            </a:lvl6pPr>
            <a:lvl7pPr marL="365669" indent="0">
              <a:buNone/>
              <a:defRPr sz="267"/>
            </a:lvl7pPr>
            <a:lvl8pPr marL="426613" indent="0">
              <a:buNone/>
              <a:defRPr sz="267"/>
            </a:lvl8pPr>
            <a:lvl9pPr marL="487558" indent="0">
              <a:buNone/>
              <a:defRPr sz="267"/>
            </a:lvl9pPr>
          </a:lstStyle>
          <a:p>
            <a:r>
              <a:rPr lang="pl-PL" smtClean="0"/>
              <a:t>Kliknij ikonę, aby dodać obraz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5968" y="274320"/>
            <a:ext cx="589836" cy="508212"/>
          </a:xfrm>
        </p:spPr>
        <p:txBody>
          <a:bodyPr/>
          <a:lstStyle>
            <a:lvl1pPr marL="0" indent="0">
              <a:buNone/>
              <a:defRPr sz="213"/>
            </a:lvl1pPr>
            <a:lvl2pPr marL="60945" indent="0">
              <a:buNone/>
              <a:defRPr sz="187"/>
            </a:lvl2pPr>
            <a:lvl3pPr marL="121890" indent="0">
              <a:buNone/>
              <a:defRPr sz="160"/>
            </a:lvl3pPr>
            <a:lvl4pPr marL="182834" indent="0">
              <a:buNone/>
              <a:defRPr sz="133"/>
            </a:lvl4pPr>
            <a:lvl5pPr marL="243779" indent="0">
              <a:buNone/>
              <a:defRPr sz="133"/>
            </a:lvl5pPr>
            <a:lvl6pPr marL="304724" indent="0">
              <a:buNone/>
              <a:defRPr sz="133"/>
            </a:lvl6pPr>
            <a:lvl7pPr marL="365669" indent="0">
              <a:buNone/>
              <a:defRPr sz="133"/>
            </a:lvl7pPr>
            <a:lvl8pPr marL="426613" indent="0">
              <a:buNone/>
              <a:defRPr sz="133"/>
            </a:lvl8pPr>
            <a:lvl9pPr marL="487558" indent="0">
              <a:buNone/>
              <a:defRPr sz="133"/>
            </a:lvl9pPr>
          </a:lstStyle>
          <a:p>
            <a:pPr lvl="0"/>
            <a:r>
              <a:rPr lang="pl-PL" smtClean="0"/>
              <a:t>Edytuj style wzorca tekstu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7B30A-2FD8-4EB2-995F-DF8A223797C1}" type="datetimeFigureOut">
              <a:rPr lang="pl-PL" smtClean="0"/>
              <a:t>27.11.2021</a:t>
            </a:fld>
            <a:endParaRPr lang="pl-P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0361D5-44C8-4F39-801E-FD9F74540BB0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25281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smtClean="0"/>
              <a:t>Kliknij, aby edytować styl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l-PL" smtClean="0"/>
              <a:t>Edytuj style wzorca tekstu</a:t>
            </a:r>
          </a:p>
          <a:p>
            <a:pPr lvl="1"/>
            <a:r>
              <a:rPr lang="pl-PL" smtClean="0"/>
              <a:t>Drugi poziom</a:t>
            </a:r>
          </a:p>
          <a:p>
            <a:pPr lvl="2"/>
            <a:r>
              <a:rPr lang="pl-PL" smtClean="0"/>
              <a:t>Trzeci poziom</a:t>
            </a:r>
          </a:p>
          <a:p>
            <a:pPr lvl="3"/>
            <a:r>
              <a:rPr lang="pl-PL" smtClean="0"/>
              <a:t>Czwarty poziom</a:t>
            </a:r>
          </a:p>
          <a:p>
            <a:pPr lvl="4"/>
            <a:r>
              <a:rPr lang="pl-PL" smtClean="0"/>
              <a:t>Piąty poziom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7B30A-2FD8-4EB2-995F-DF8A223797C1}" type="datetimeFigureOut">
              <a:rPr lang="pl-PL" smtClean="0"/>
              <a:t>27.11.2021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0361D5-44C8-4F39-801E-FD9F74540BB0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1883659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308735" y="48683"/>
            <a:ext cx="394335" cy="774912"/>
          </a:xfrm>
        </p:spPr>
        <p:txBody>
          <a:bodyPr vert="eaVert"/>
          <a:lstStyle/>
          <a:p>
            <a:r>
              <a:rPr lang="pl-PL" smtClean="0"/>
              <a:t>Kliknij, aby edytować styl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5730" y="48683"/>
            <a:ext cx="1160145" cy="774912"/>
          </a:xfrm>
        </p:spPr>
        <p:txBody>
          <a:bodyPr vert="eaVert"/>
          <a:lstStyle/>
          <a:p>
            <a:pPr lvl="0"/>
            <a:r>
              <a:rPr lang="pl-PL" smtClean="0"/>
              <a:t>Edytuj style wzorca tekstu</a:t>
            </a:r>
          </a:p>
          <a:p>
            <a:pPr lvl="1"/>
            <a:r>
              <a:rPr lang="pl-PL" smtClean="0"/>
              <a:t>Drugi poziom</a:t>
            </a:r>
          </a:p>
          <a:p>
            <a:pPr lvl="2"/>
            <a:r>
              <a:rPr lang="pl-PL" smtClean="0"/>
              <a:t>Trzeci poziom</a:t>
            </a:r>
          </a:p>
          <a:p>
            <a:pPr lvl="3"/>
            <a:r>
              <a:rPr lang="pl-PL" smtClean="0"/>
              <a:t>Czwarty poziom</a:t>
            </a:r>
          </a:p>
          <a:p>
            <a:pPr lvl="4"/>
            <a:r>
              <a:rPr lang="pl-PL" smtClean="0"/>
              <a:t>Piąty poziom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7B30A-2FD8-4EB2-995F-DF8A223797C1}" type="datetimeFigureOut">
              <a:rPr lang="pl-PL" smtClean="0"/>
              <a:t>27.11.2021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0361D5-44C8-4F39-801E-FD9F74540BB0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945568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5730" y="48683"/>
            <a:ext cx="1577340" cy="1767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l-PL" smtClean="0"/>
              <a:t>Kliknij, aby edytować styl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730" y="243417"/>
            <a:ext cx="1577340" cy="5801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l-PL" smtClean="0"/>
              <a:t>Edytuj style wzorca tekstu</a:t>
            </a:r>
          </a:p>
          <a:p>
            <a:pPr lvl="1"/>
            <a:r>
              <a:rPr lang="pl-PL" smtClean="0"/>
              <a:t>Drugi poziom</a:t>
            </a:r>
          </a:p>
          <a:p>
            <a:pPr lvl="2"/>
            <a:r>
              <a:rPr lang="pl-PL" smtClean="0"/>
              <a:t>Trzeci poziom</a:t>
            </a:r>
          </a:p>
          <a:p>
            <a:pPr lvl="3"/>
            <a:r>
              <a:rPr lang="pl-PL" smtClean="0"/>
              <a:t>Czwarty poziom</a:t>
            </a:r>
          </a:p>
          <a:p>
            <a:pPr lvl="4"/>
            <a:r>
              <a:rPr lang="pl-PL" smtClean="0"/>
              <a:t>Piąty poziom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5730" y="847514"/>
            <a:ext cx="411480" cy="486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337B30A-2FD8-4EB2-995F-DF8A223797C1}" type="datetimeFigureOut">
              <a:rPr lang="pl-PL" smtClean="0"/>
              <a:t>27.11.2021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5790" y="847514"/>
            <a:ext cx="617220" cy="486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91590" y="847514"/>
            <a:ext cx="411480" cy="486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0361D5-44C8-4F39-801E-FD9F74540BB0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207583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21890" rtl="0" eaLnBrk="1" latinLnBrk="0" hangingPunct="1">
        <a:lnSpc>
          <a:spcPct val="90000"/>
        </a:lnSpc>
        <a:spcBef>
          <a:spcPct val="0"/>
        </a:spcBef>
        <a:buNone/>
        <a:defRPr sz="58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2" indent="-30472" algn="l" defTabSz="121890" rtl="0" eaLnBrk="1" latinLnBrk="0" hangingPunct="1">
        <a:lnSpc>
          <a:spcPct val="90000"/>
        </a:lnSpc>
        <a:spcBef>
          <a:spcPts val="133"/>
        </a:spcBef>
        <a:buFont typeface="Arial" panose="020B0604020202020204" pitchFamily="34" charset="0"/>
        <a:buChar char="•"/>
        <a:defRPr sz="373" kern="1200">
          <a:solidFill>
            <a:schemeClr val="tx1"/>
          </a:solidFill>
          <a:latin typeface="+mn-lt"/>
          <a:ea typeface="+mn-ea"/>
          <a:cs typeface="+mn-cs"/>
        </a:defRPr>
      </a:lvl1pPr>
      <a:lvl2pPr marL="91417" indent="-30472" algn="l" defTabSz="121890" rtl="0" eaLnBrk="1" latinLnBrk="0" hangingPunct="1">
        <a:lnSpc>
          <a:spcPct val="90000"/>
        </a:lnSpc>
        <a:spcBef>
          <a:spcPts val="67"/>
        </a:spcBef>
        <a:buFont typeface="Arial" panose="020B0604020202020204" pitchFamily="34" charset="0"/>
        <a:buChar char="•"/>
        <a:defRPr sz="320" kern="1200">
          <a:solidFill>
            <a:schemeClr val="tx1"/>
          </a:solidFill>
          <a:latin typeface="+mn-lt"/>
          <a:ea typeface="+mn-ea"/>
          <a:cs typeface="+mn-cs"/>
        </a:defRPr>
      </a:lvl2pPr>
      <a:lvl3pPr marL="152362" indent="-30472" algn="l" defTabSz="121890" rtl="0" eaLnBrk="1" latinLnBrk="0" hangingPunct="1">
        <a:lnSpc>
          <a:spcPct val="90000"/>
        </a:lnSpc>
        <a:spcBef>
          <a:spcPts val="67"/>
        </a:spcBef>
        <a:buFont typeface="Arial" panose="020B0604020202020204" pitchFamily="34" charset="0"/>
        <a:buChar char="•"/>
        <a:defRPr sz="267" kern="1200">
          <a:solidFill>
            <a:schemeClr val="tx1"/>
          </a:solidFill>
          <a:latin typeface="+mn-lt"/>
          <a:ea typeface="+mn-ea"/>
          <a:cs typeface="+mn-cs"/>
        </a:defRPr>
      </a:lvl3pPr>
      <a:lvl4pPr marL="213307" indent="-30472" algn="l" defTabSz="121890" rtl="0" eaLnBrk="1" latinLnBrk="0" hangingPunct="1">
        <a:lnSpc>
          <a:spcPct val="90000"/>
        </a:lnSpc>
        <a:spcBef>
          <a:spcPts val="67"/>
        </a:spcBef>
        <a:buFont typeface="Arial" panose="020B0604020202020204" pitchFamily="34" charset="0"/>
        <a:buChar char="•"/>
        <a:defRPr sz="240" kern="1200">
          <a:solidFill>
            <a:schemeClr val="tx1"/>
          </a:solidFill>
          <a:latin typeface="+mn-lt"/>
          <a:ea typeface="+mn-ea"/>
          <a:cs typeface="+mn-cs"/>
        </a:defRPr>
      </a:lvl4pPr>
      <a:lvl5pPr marL="274251" indent="-30472" algn="l" defTabSz="121890" rtl="0" eaLnBrk="1" latinLnBrk="0" hangingPunct="1">
        <a:lnSpc>
          <a:spcPct val="90000"/>
        </a:lnSpc>
        <a:spcBef>
          <a:spcPts val="67"/>
        </a:spcBef>
        <a:buFont typeface="Arial" panose="020B0604020202020204" pitchFamily="34" charset="0"/>
        <a:buChar char="•"/>
        <a:defRPr sz="240" kern="1200">
          <a:solidFill>
            <a:schemeClr val="tx1"/>
          </a:solidFill>
          <a:latin typeface="+mn-lt"/>
          <a:ea typeface="+mn-ea"/>
          <a:cs typeface="+mn-cs"/>
        </a:defRPr>
      </a:lvl5pPr>
      <a:lvl6pPr marL="335196" indent="-30472" algn="l" defTabSz="121890" rtl="0" eaLnBrk="1" latinLnBrk="0" hangingPunct="1">
        <a:lnSpc>
          <a:spcPct val="90000"/>
        </a:lnSpc>
        <a:spcBef>
          <a:spcPts val="67"/>
        </a:spcBef>
        <a:buFont typeface="Arial" panose="020B0604020202020204" pitchFamily="34" charset="0"/>
        <a:buChar char="•"/>
        <a:defRPr sz="240" kern="1200">
          <a:solidFill>
            <a:schemeClr val="tx1"/>
          </a:solidFill>
          <a:latin typeface="+mn-lt"/>
          <a:ea typeface="+mn-ea"/>
          <a:cs typeface="+mn-cs"/>
        </a:defRPr>
      </a:lvl6pPr>
      <a:lvl7pPr marL="396141" indent="-30472" algn="l" defTabSz="121890" rtl="0" eaLnBrk="1" latinLnBrk="0" hangingPunct="1">
        <a:lnSpc>
          <a:spcPct val="90000"/>
        </a:lnSpc>
        <a:spcBef>
          <a:spcPts val="67"/>
        </a:spcBef>
        <a:buFont typeface="Arial" panose="020B0604020202020204" pitchFamily="34" charset="0"/>
        <a:buChar char="•"/>
        <a:defRPr sz="240" kern="1200">
          <a:solidFill>
            <a:schemeClr val="tx1"/>
          </a:solidFill>
          <a:latin typeface="+mn-lt"/>
          <a:ea typeface="+mn-ea"/>
          <a:cs typeface="+mn-cs"/>
        </a:defRPr>
      </a:lvl7pPr>
      <a:lvl8pPr marL="457086" indent="-30472" algn="l" defTabSz="121890" rtl="0" eaLnBrk="1" latinLnBrk="0" hangingPunct="1">
        <a:lnSpc>
          <a:spcPct val="90000"/>
        </a:lnSpc>
        <a:spcBef>
          <a:spcPts val="67"/>
        </a:spcBef>
        <a:buFont typeface="Arial" panose="020B0604020202020204" pitchFamily="34" charset="0"/>
        <a:buChar char="•"/>
        <a:defRPr sz="240" kern="1200">
          <a:solidFill>
            <a:schemeClr val="tx1"/>
          </a:solidFill>
          <a:latin typeface="+mn-lt"/>
          <a:ea typeface="+mn-ea"/>
          <a:cs typeface="+mn-cs"/>
        </a:defRPr>
      </a:lvl8pPr>
      <a:lvl9pPr marL="518030" indent="-30472" algn="l" defTabSz="121890" rtl="0" eaLnBrk="1" latinLnBrk="0" hangingPunct="1">
        <a:lnSpc>
          <a:spcPct val="90000"/>
        </a:lnSpc>
        <a:spcBef>
          <a:spcPts val="67"/>
        </a:spcBef>
        <a:buFont typeface="Arial" panose="020B0604020202020204" pitchFamily="34" charset="0"/>
        <a:buChar char="•"/>
        <a:defRPr sz="2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890" rtl="0" eaLnBrk="1" latinLnBrk="0" hangingPunct="1">
        <a:defRPr sz="240" kern="1200">
          <a:solidFill>
            <a:schemeClr val="tx1"/>
          </a:solidFill>
          <a:latin typeface="+mn-lt"/>
          <a:ea typeface="+mn-ea"/>
          <a:cs typeface="+mn-cs"/>
        </a:defRPr>
      </a:lvl1pPr>
      <a:lvl2pPr marL="60945" algn="l" defTabSz="121890" rtl="0" eaLnBrk="1" latinLnBrk="0" hangingPunct="1">
        <a:defRPr sz="240" kern="1200">
          <a:solidFill>
            <a:schemeClr val="tx1"/>
          </a:solidFill>
          <a:latin typeface="+mn-lt"/>
          <a:ea typeface="+mn-ea"/>
          <a:cs typeface="+mn-cs"/>
        </a:defRPr>
      </a:lvl2pPr>
      <a:lvl3pPr marL="121890" algn="l" defTabSz="121890" rtl="0" eaLnBrk="1" latinLnBrk="0" hangingPunct="1">
        <a:defRPr sz="240" kern="1200">
          <a:solidFill>
            <a:schemeClr val="tx1"/>
          </a:solidFill>
          <a:latin typeface="+mn-lt"/>
          <a:ea typeface="+mn-ea"/>
          <a:cs typeface="+mn-cs"/>
        </a:defRPr>
      </a:lvl3pPr>
      <a:lvl4pPr marL="182834" algn="l" defTabSz="121890" rtl="0" eaLnBrk="1" latinLnBrk="0" hangingPunct="1">
        <a:defRPr sz="240" kern="1200">
          <a:solidFill>
            <a:schemeClr val="tx1"/>
          </a:solidFill>
          <a:latin typeface="+mn-lt"/>
          <a:ea typeface="+mn-ea"/>
          <a:cs typeface="+mn-cs"/>
        </a:defRPr>
      </a:lvl4pPr>
      <a:lvl5pPr marL="243779" algn="l" defTabSz="121890" rtl="0" eaLnBrk="1" latinLnBrk="0" hangingPunct="1">
        <a:defRPr sz="240" kern="1200">
          <a:solidFill>
            <a:schemeClr val="tx1"/>
          </a:solidFill>
          <a:latin typeface="+mn-lt"/>
          <a:ea typeface="+mn-ea"/>
          <a:cs typeface="+mn-cs"/>
        </a:defRPr>
      </a:lvl5pPr>
      <a:lvl6pPr marL="304724" algn="l" defTabSz="121890" rtl="0" eaLnBrk="1" latinLnBrk="0" hangingPunct="1">
        <a:defRPr sz="240" kern="1200">
          <a:solidFill>
            <a:schemeClr val="tx1"/>
          </a:solidFill>
          <a:latin typeface="+mn-lt"/>
          <a:ea typeface="+mn-ea"/>
          <a:cs typeface="+mn-cs"/>
        </a:defRPr>
      </a:lvl6pPr>
      <a:lvl7pPr marL="365669" algn="l" defTabSz="121890" rtl="0" eaLnBrk="1" latinLnBrk="0" hangingPunct="1">
        <a:defRPr sz="240" kern="1200">
          <a:solidFill>
            <a:schemeClr val="tx1"/>
          </a:solidFill>
          <a:latin typeface="+mn-lt"/>
          <a:ea typeface="+mn-ea"/>
          <a:cs typeface="+mn-cs"/>
        </a:defRPr>
      </a:lvl7pPr>
      <a:lvl8pPr marL="426613" algn="l" defTabSz="121890" rtl="0" eaLnBrk="1" latinLnBrk="0" hangingPunct="1">
        <a:defRPr sz="240" kern="1200">
          <a:solidFill>
            <a:schemeClr val="tx1"/>
          </a:solidFill>
          <a:latin typeface="+mn-lt"/>
          <a:ea typeface="+mn-ea"/>
          <a:cs typeface="+mn-cs"/>
        </a:defRPr>
      </a:lvl8pPr>
      <a:lvl9pPr marL="487558" algn="l" defTabSz="121890" rtl="0" eaLnBrk="1" latinLnBrk="0" hangingPunct="1">
        <a:defRPr sz="2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raz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45" y="10600"/>
            <a:ext cx="812841" cy="894212"/>
          </a:xfrm>
          <a:prstGeom prst="rect">
            <a:avLst/>
          </a:prstGeom>
        </p:spPr>
      </p:pic>
      <p:pic>
        <p:nvPicPr>
          <p:cNvPr id="10" name="Obraz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1760" y="10600"/>
            <a:ext cx="819682" cy="878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582854"/>
      </p:ext>
    </p:extLst>
  </p:cSld>
  <p:clrMapOvr>
    <a:masterClrMapping/>
  </p:clrMapOvr>
</p:sld>
</file>

<file path=ppt/theme/theme1.xml><?xml version="1.0" encoding="utf-8"?>
<a:theme xmlns:a="http://schemas.openxmlformats.org/drawingml/2006/main" name="Motyw pakietu Office">
  <a:themeElements>
    <a:clrScheme name="Motyw pakietu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Motyw pakietu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otyw pakietu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</TotalTime>
  <Words>0</Words>
  <Application>Microsoft Office PowerPoint</Application>
  <PresentationFormat>Niestandardowy</PresentationFormat>
  <Paragraphs>0</Paragraphs>
  <Slides>1</Slides>
  <Notes>0</Notes>
  <HiddenSlides>0</HiddenSlides>
  <MMClips>0</MMClips>
  <ScaleCrop>false</ScaleCrop>
  <HeadingPairs>
    <vt:vector size="6" baseType="variant">
      <vt:variant>
        <vt:lpstr>Używane czcionki</vt:lpstr>
      </vt:variant>
      <vt:variant>
        <vt:i4>3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Motyw pakietu Office</vt:lpstr>
      <vt:lpstr>Prezentacja programu PowerPoint</vt:lpstr>
    </vt:vector>
  </TitlesOfParts>
  <Company>GISLab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Prezentacja programu PowerPoint</dc:title>
  <dc:creator>oem</dc:creator>
  <cp:lastModifiedBy>oem</cp:lastModifiedBy>
  <cp:revision>2</cp:revision>
  <dcterms:created xsi:type="dcterms:W3CDTF">2021-11-27T16:15:17Z</dcterms:created>
  <dcterms:modified xsi:type="dcterms:W3CDTF">2021-11-27T16:28:01Z</dcterms:modified>
</cp:coreProperties>
</file>